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362" y="4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724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in one sentence: first solve the 16-node TDMA scheduling problem, then carry that schedule into EMANE for integration and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problem first, then the expected technical flow. Avoid going into implementation details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documented network values. Then explain why the conflict graph is needed: TDMA slot sharing is decided by conflict relationships, not simply by node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graph coloring maps naturally to slot allocation: each color represents a TDMA slot. Mention the three tested strategies, local optimization, and explicit verification. State that the solution is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consolidated schedule analysis figure. Point out 16 nodes, 9 slots, 5 reused slots, maximum 4 nodes in one slot, and conflict verification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exact mapping. Highlight Node_01 = Slot 9 because it is used in the later EMANE enforcement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Slots 5, 6, 7, 8 and 9 are reused. The nodes shown in each group are non-conflicting in the distance-2 graph, so the slot can be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Part 2 explanation. The important point is the interface: the Part 1 Node-to-Slot mapping is converted to an EMANE TDMA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configuration values that matter to understanding the test, then state the documented acceptance result: all 16 NEMs accepted the regenerated schedule and tested rejection counters remained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mapping Node_01 → Slot 9 → EMANE zero-based index 8. Then compare the two clean test cases: allowed gives 17 upstream packets; blocked gives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explain the module boundaries. Keep this slide focused on understanding the project structure, not on reading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with the end-to-end story. Be ready to expand verbally on the four technical takeaways and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731520"/>
            <a:ext cx="73152" cy="512064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0120" y="868680"/>
            <a:ext cx="7680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EMANE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267712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7E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951977"/>
            <a:ext cx="5943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Candidate: Thamarai Kannan P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5464" y="3451860"/>
            <a:ext cx="7498079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5C6D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1: TDMA Scheduling   |   Part 2: EMANE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2148840"/>
            <a:ext cx="2697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49640" y="2148840"/>
            <a:ext cx="50292" cy="123444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14232" y="2267712"/>
            <a:ext cx="23865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232" y="2569464"/>
            <a:ext cx="238658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47E8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16-node TDMA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2697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49640" y="3657600"/>
            <a:ext cx="50292" cy="123444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3776472"/>
            <a:ext cx="23865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4078224"/>
            <a:ext cx="238658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C5B8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EMANE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989320"/>
            <a:ext cx="88696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ABCC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explanation • documented results • implementation evidence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5198151-6A76-0C49-7BAD-B1DE40D2A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 animBg="1"/>
      <p:bldP spid="8" grpId="0" animBg="1"/>
      <p:bldP spid="9" grpId="0" build="allAtOnce"/>
      <p:bldP spid="10" grpId="0" build="allAtOnce"/>
      <p:bldP spid="11" grpId="0" animBg="1"/>
      <p:bldP spid="12" grpId="0" animBg="1"/>
      <p:bldP spid="13" grpId="0" build="allAtOnce"/>
      <p:bldP spid="14" grpId="0" build="allAtOnce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the project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7091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Allocate TDMA transmission slots to 16 nodes.</a:t>
            </a:r>
          </a:p>
          <a:p>
            <a:pPr>
              <a:spcAft>
                <a:spcPts val="800"/>
              </a:spcAft>
              <a:defRPr sz="160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Prevent modeled one-hop and two-hop conflicts.</a:t>
            </a:r>
          </a:p>
          <a:p>
            <a:pPr>
              <a:spcAft>
                <a:spcPts val="800"/>
              </a:spcAft>
              <a:defRPr sz="160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Reuse slots where nodes are non-conflicting.</a:t>
            </a:r>
          </a:p>
          <a:p>
            <a:pPr>
              <a:spcAft>
                <a:spcPts val="800"/>
              </a:spcAft>
              <a:defRPr sz="160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Carry the final schedule into an EMANE runtime.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46634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Build and verify a conflict graph.</a:t>
            </a:r>
          </a:p>
          <a:p>
            <a:pPr>
              <a:spcAft>
                <a:spcPts val="800"/>
              </a:spcAft>
              <a:defRPr sz="160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a conflict-free TDMA assignment.</a:t>
            </a:r>
          </a:p>
          <a:p>
            <a:pPr>
              <a:spcAft>
                <a:spcPts val="800"/>
              </a:spcAft>
              <a:defRPr sz="160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Convert the mapping into an EMANE TDMA schedule.</a:t>
            </a:r>
          </a:p>
          <a:p>
            <a:pPr>
              <a:spcAft>
                <a:spcPts val="800"/>
              </a:spcAft>
              <a:defRPr sz="160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schedule behavior with controlled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2926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4389120"/>
            <a:ext cx="50292" cy="100584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8992" y="4507992"/>
            <a:ext cx="26151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809744"/>
            <a:ext cx="261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B8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16-node topology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4389120"/>
            <a:ext cx="2926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17720" y="4389120"/>
            <a:ext cx="50292" cy="100584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2312" y="4507992"/>
            <a:ext cx="26151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4809744"/>
            <a:ext cx="261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7E8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9-slot schedule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389120"/>
            <a:ext cx="2926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21040" y="4389120"/>
            <a:ext cx="50292" cy="100584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85632" y="4507992"/>
            <a:ext cx="26151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809744"/>
            <a:ext cx="261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B8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EMANE runtime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BD2AC68-4B1D-EC77-5B4A-241E9837C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118" y="313556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 build="allAtOnce"/>
      <p:bldP spid="15" grpId="0" build="allAtOnce"/>
      <p:bldP spid="16" grpId="0" animBg="1"/>
      <p:bldP spid="17" grpId="0" animBg="1"/>
      <p:bldP spid="18" grpId="0" build="allAtOnce"/>
      <p:bldP spid="19" grpId="0" build="allAtOnce"/>
      <p:bldP spid="20" grpId="0" animBg="1"/>
      <p:bldP spid="21" grpId="0" animBg="1"/>
      <p:bldP spid="22" grpId="0" build="allAtOnce"/>
      <p:bldP spid="2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Network &amp; Conflict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scheduling constraint is represented as a distance-2 conflict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98448"/>
            <a:ext cx="2487168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50292" cy="1115568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1" y="1417319"/>
            <a:ext cx="217627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2176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298448"/>
            <a:ext cx="2487168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29000" y="1298448"/>
            <a:ext cx="50292" cy="1115568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3592" y="1417319"/>
            <a:ext cx="217627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719072"/>
            <a:ext cx="2176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500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98448"/>
            <a:ext cx="2487168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1298448"/>
            <a:ext cx="50292" cy="1115568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2512" y="1417319"/>
            <a:ext cx="217627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DIRECT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719072"/>
            <a:ext cx="2176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298448"/>
            <a:ext cx="2487168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06839" y="1298448"/>
            <a:ext cx="50292" cy="1115568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71431" y="1417319"/>
            <a:ext cx="217627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DISTANCE-2 CONFLICT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1" y="1719072"/>
            <a:ext cx="2176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834640"/>
            <a:ext cx="4572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How conflicts are defined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291840"/>
            <a:ext cx="4754880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The network is converted into a conflict graph.</a:t>
            </a:r>
          </a:p>
          <a:p>
            <a:pPr>
              <a:spcAft>
                <a:spcPts val="800"/>
              </a:spcAft>
              <a:defRPr sz="155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Conflicting nodes cannot be assigned the same slot.</a:t>
            </a:r>
          </a:p>
          <a:p>
            <a:pPr>
              <a:spcAft>
                <a:spcPts val="800"/>
              </a:spcAft>
              <a:defRPr sz="155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Distance-2 modeling includes direct and two-hop conflict relationships.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3291840"/>
            <a:ext cx="438912" cy="438912"/>
          </a:xfrm>
          <a:prstGeom prst="ellipse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82512" y="3822191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2743200"/>
            <a:ext cx="438912" cy="438912"/>
          </a:xfrm>
          <a:prstGeom prst="ellipse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16952" y="3273552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0" name="Oval 29"/>
          <p:cNvSpPr/>
          <p:nvPr/>
        </p:nvSpPr>
        <p:spPr>
          <a:xfrm>
            <a:off x="8869680" y="3291840"/>
            <a:ext cx="438912" cy="438912"/>
          </a:xfrm>
          <a:prstGeom prst="ellipse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51392" y="3822191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2" name="Oval 31"/>
          <p:cNvSpPr/>
          <p:nvPr/>
        </p:nvSpPr>
        <p:spPr>
          <a:xfrm>
            <a:off x="7635240" y="3977639"/>
            <a:ext cx="438912" cy="438912"/>
          </a:xfrm>
          <a:prstGeom prst="ellipse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16952" y="4507992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4" name="Oval 33"/>
          <p:cNvSpPr/>
          <p:nvPr/>
        </p:nvSpPr>
        <p:spPr>
          <a:xfrm>
            <a:off x="9784080" y="3977639"/>
            <a:ext cx="438912" cy="438912"/>
          </a:xfrm>
          <a:prstGeom prst="ellipse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65792" y="4507992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6629400" y="2944368"/>
            <a:ext cx="1234440" cy="548640"/>
          </a:xfrm>
          <a:prstGeom prst="line">
            <a:avLst/>
          </a:prstGeom>
          <a:ln w="22860">
            <a:solidFill>
              <a:srgbClr val="505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863840" y="2944368"/>
            <a:ext cx="1234440" cy="548640"/>
          </a:xfrm>
          <a:prstGeom prst="line">
            <a:avLst/>
          </a:prstGeom>
          <a:ln w="22860">
            <a:solidFill>
              <a:srgbClr val="505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63840" y="2944368"/>
            <a:ext cx="0" cy="1234440"/>
          </a:xfrm>
          <a:prstGeom prst="line">
            <a:avLst/>
          </a:prstGeom>
          <a:ln w="22860">
            <a:solidFill>
              <a:srgbClr val="505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98280" y="3493008"/>
            <a:ext cx="914400" cy="685800"/>
          </a:xfrm>
          <a:prstGeom prst="line">
            <a:avLst/>
          </a:prstGeom>
          <a:ln w="22860">
            <a:solidFill>
              <a:srgbClr val="505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tdma_spatial_reuse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72000"/>
            <a:ext cx="4709160" cy="1143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7D3EE00-84A3-381B-DE9C-401F98A10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From conflict graph to verified slot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901952" cy="658368"/>
          </a:xfrm>
          <a:prstGeom prst="roundRect">
            <a:avLst/>
          </a:prstGeom>
          <a:solidFill>
            <a:srgbClr val="F5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8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1. Build conflict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417320"/>
            <a:ext cx="1901952" cy="658368"/>
          </a:xfrm>
          <a:prstGeom prst="roundRect">
            <a:avLst/>
          </a:prstGeom>
          <a:solidFill>
            <a:srgbClr val="F5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8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 Apply graph coloring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1417320"/>
            <a:ext cx="1901952" cy="658368"/>
          </a:xfrm>
          <a:prstGeom prst="roundRect">
            <a:avLst/>
          </a:prstGeom>
          <a:solidFill>
            <a:srgbClr val="F5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8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3. Generate initial slots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5" y="1417320"/>
            <a:ext cx="1901952" cy="658368"/>
          </a:xfrm>
          <a:prstGeom prst="roundRect">
            <a:avLst/>
          </a:prstGeom>
          <a:solidFill>
            <a:srgbClr val="F5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8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4. Local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10928" y="1417320"/>
            <a:ext cx="1901952" cy="658368"/>
          </a:xfrm>
          <a:prstGeom prst="roundRect">
            <a:avLst/>
          </a:prstGeom>
          <a:solidFill>
            <a:srgbClr val="F5F8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8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5. Verify every 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4572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Coloring strategies tested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63240"/>
            <a:ext cx="4297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3063240"/>
            <a:ext cx="50292" cy="73152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1832" y="3182112"/>
            <a:ext cx="39867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STRATEGY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483864"/>
            <a:ext cx="39867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Largest First (LF)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77639"/>
            <a:ext cx="4297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3977639"/>
            <a:ext cx="50292" cy="73152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1832" y="4096511"/>
            <a:ext cx="39867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STRATEGY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398264"/>
            <a:ext cx="39867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Smallest Last (SL)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92040"/>
            <a:ext cx="4297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77240" y="4892040"/>
            <a:ext cx="50292" cy="73152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1832" y="5010912"/>
            <a:ext cx="39867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STRATEGY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312664"/>
            <a:ext cx="39867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Saturation Largest First (SLF)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60604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23560" y="2606040"/>
            <a:ext cx="50292" cy="141732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88152" y="2724912"/>
            <a:ext cx="50840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3026664"/>
            <a:ext cx="508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Fewest-slot result among tested strategies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88152" y="3520440"/>
            <a:ext cx="508406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coloring is followed by local optimization.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2976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623560" y="4297680"/>
            <a:ext cx="50292" cy="141732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88152" y="4416552"/>
            <a:ext cx="50840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8152" y="4718304"/>
            <a:ext cx="508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7E5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Conflict-free 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5212080"/>
            <a:ext cx="508406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Every edge in the distance-2 conflict graph is checked.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806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AF4545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Heuristic result — not a proof of minimum slots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E8D6381-786F-8335-7E00-BACF271F9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  <p:bldP spid="25" grpId="0"/>
      <p:bldP spid="26" grpId="0" animBg="1"/>
      <p:bldP spid="27" grpId="0" animBg="1"/>
      <p:bldP spid="28" grpId="0"/>
      <p:bldP spid="29" grpId="0"/>
      <p:bldP spid="30" grpId="0"/>
      <p:bldP spid="31" grpId="0" animBg="1"/>
      <p:bldP spid="32" grpId="0" animBg="1"/>
      <p:bldP spid="33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Final Schedule —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verified output of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pic>
        <p:nvPicPr>
          <p:cNvPr id="8" name="Picture 7" descr="tdma_part1_analysis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11201400" cy="53218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F7E27E-B093-EC13-1D18-220D1A79A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Node-to-Slot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Exact mapping used for the final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8237"/>
              </p:ext>
            </p:extLst>
          </p:nvPr>
        </p:nvGraphicFramePr>
        <p:xfrm>
          <a:off x="640080" y="1325880"/>
          <a:ext cx="64008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122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Node_01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Node_09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Node_03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Node_11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Node_05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Node_13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Node_07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Node_15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Node_16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3292F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160020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79" y="1600200"/>
            <a:ext cx="50292" cy="123444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62671" y="1719072"/>
            <a:ext cx="32552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2020824"/>
            <a:ext cx="325526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 slots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15468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79" y="3154680"/>
            <a:ext cx="50292" cy="123444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2671" y="3273552"/>
            <a:ext cx="32552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3575304"/>
            <a:ext cx="325526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 slots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70916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98079" y="4709160"/>
            <a:ext cx="50292" cy="123444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62671" y="4828032"/>
            <a:ext cx="32552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5129784"/>
            <a:ext cx="325526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Slot 9 → 4 nodes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648952-2491-AAA1-3021-DFB385120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Spatial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Why multiple nodes can share the same TDMA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pic>
        <p:nvPicPr>
          <p:cNvPr id="8" name="Picture 7" descr="tdma_spatial_reuse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11155680" cy="5029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EA5786-A425-55A0-5FB6-D2E108921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→ EMANE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Part 1 schedule becomes the Part 2 runtime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0292" cy="100584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160934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83664"/>
            <a:ext cx="16093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Node-to-Slot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783080"/>
            <a:ext cx="274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46304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88920" y="1463040"/>
            <a:ext cx="50292" cy="100584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3512" y="1581912"/>
            <a:ext cx="160934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1883664"/>
            <a:ext cx="16093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generate_emane_schedule.py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783080"/>
            <a:ext cx="274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46304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74920" y="1463040"/>
            <a:ext cx="50292" cy="100584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39512" y="1581912"/>
            <a:ext cx="160934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1883664"/>
            <a:ext cx="16093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emane_tdma_schedule.xml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783080"/>
            <a:ext cx="274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146304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60920" y="1463040"/>
            <a:ext cx="50292" cy="100584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25512" y="1581912"/>
            <a:ext cx="160934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1883664"/>
            <a:ext cx="160934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EMANE Event-TDMA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783080"/>
            <a:ext cx="274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146304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646920" y="1463040"/>
            <a:ext cx="50292" cy="100584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11512" y="1581912"/>
            <a:ext cx="160934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2" y="1883664"/>
            <a:ext cx="16093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16-NEM Runtime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3246120"/>
            <a:ext cx="49377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3246120"/>
            <a:ext cx="50292" cy="169164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78992" y="3364991"/>
            <a:ext cx="46268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3666744"/>
            <a:ext cx="462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 generation + XML conversion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160520"/>
            <a:ext cx="462686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Uses the final Node-to-Slot mapping as the bridge input.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3246120"/>
            <a:ext cx="49377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355080" y="3246120"/>
            <a:ext cx="50292" cy="169164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19672" y="3364991"/>
            <a:ext cx="46268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EMANE ROLE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3666744"/>
            <a:ext cx="462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Load schedule + runtime behavior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4160520"/>
            <a:ext cx="462686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event-TDMA schedule is loaded into the 16-NEM runtime.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577840"/>
            <a:ext cx="10241280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Scheduler output → EMANE schedule → runtime validation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30D6298-1E4C-1E65-DCB8-A1FEA5FD6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/>
      <p:bldP spid="26" grpId="0"/>
      <p:bldP spid="27" grpId="0"/>
      <p:bldP spid="28" grpId="0" animBg="1"/>
      <p:bldP spid="29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/>
      <p:bldP spid="37" grpId="0" animBg="1"/>
      <p:bldP spid="38" grpId="0" animBg="1"/>
      <p:bldP spid="39" grpId="0"/>
      <p:bldP spid="40" grpId="0"/>
      <p:bldP spid="41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EMANE Runtime Configuration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Documented runtime settings and acceptance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61872"/>
            <a:ext cx="34564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261872"/>
            <a:ext cx="50292" cy="91440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1380743"/>
            <a:ext cx="314553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682495"/>
            <a:ext cx="3145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61872"/>
            <a:ext cx="34564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261872"/>
            <a:ext cx="50292" cy="91440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53712" y="1380743"/>
            <a:ext cx="314553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SLOT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682495"/>
            <a:ext cx="3145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61872"/>
            <a:ext cx="34564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29600" y="1261872"/>
            <a:ext cx="50292" cy="91440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94192" y="1380743"/>
            <a:ext cx="314553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682495"/>
            <a:ext cx="3145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404872"/>
            <a:ext cx="34564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2404872"/>
            <a:ext cx="50292" cy="91440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2523744"/>
            <a:ext cx="314553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SLOTS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825496"/>
            <a:ext cx="3145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404872"/>
            <a:ext cx="34564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89120" y="2404872"/>
            <a:ext cx="50292" cy="91440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53712" y="2523744"/>
            <a:ext cx="314553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2825496"/>
            <a:ext cx="3145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2.4 GHz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404872"/>
            <a:ext cx="34564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229600" y="2404872"/>
            <a:ext cx="50292" cy="91440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94192" y="2523744"/>
            <a:ext cx="314553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2825496"/>
            <a:ext cx="3145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 MHz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547872"/>
            <a:ext cx="34564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3547872"/>
            <a:ext cx="50292" cy="91440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3232" y="3666744"/>
            <a:ext cx="314553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968496"/>
            <a:ext cx="3145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 Mbit/s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3547872"/>
            <a:ext cx="34564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389120" y="3547872"/>
            <a:ext cx="50292" cy="91440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53712" y="3666744"/>
            <a:ext cx="314553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SERVICE CLASS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3968496"/>
            <a:ext cx="3145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547872"/>
            <a:ext cx="34564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229600" y="3547872"/>
            <a:ext cx="50292" cy="91440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94192" y="3666744"/>
            <a:ext cx="314553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SCHEDULEACCEPTFULL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3968496"/>
            <a:ext cx="3145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 for NEMs 1–16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498348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097280" y="4983480"/>
            <a:ext cx="50292" cy="9144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61872" y="5102352"/>
            <a:ext cx="27980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TESTED REJECTION COUNTERS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1872" y="5404104"/>
            <a:ext cx="27980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67E5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6280" y="498348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26280" y="4983480"/>
            <a:ext cx="50292" cy="9144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690872" y="5102352"/>
            <a:ext cx="27980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NEM SCHEDULE ACCEPTANCE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90872" y="5404104"/>
            <a:ext cx="27980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7E5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16 / 16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79" y="498348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955279" y="4983480"/>
            <a:ext cx="50292" cy="91440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119871" y="5102352"/>
            <a:ext cx="279806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RUNTIME RESULT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9871" y="5404104"/>
            <a:ext cx="279806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67E5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ACCEPTED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1A52CBE-F6C4-9606-0971-D37F3FB72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  <p:bldP spid="47" grpId="0"/>
      <p:bldP spid="48" grpId="0" animBg="1"/>
      <p:bldP spid="49" grpId="0" animBg="1"/>
      <p:bldP spid="50" grpId="0"/>
      <p:bldP spid="51" grpId="0"/>
      <p:bldP spid="52" grpId="0" animBg="1"/>
      <p:bldP spid="53" grpId="0" animBg="1"/>
      <p:bldP spid="54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Packet-Level Enforcement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Controlled comparison of allowed and blocked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50292" cy="82296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" y="1536192"/>
            <a:ext cx="30723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NODE_01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837944"/>
            <a:ext cx="3072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Slot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45920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417320"/>
            <a:ext cx="3017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50292" cy="82296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56631" y="1536192"/>
            <a:ext cx="270662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EMANE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1" y="1837944"/>
            <a:ext cx="270662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 (zero-based)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645920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417320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58200" y="1417320"/>
            <a:ext cx="50292" cy="82296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22792" y="1536192"/>
            <a:ext cx="220370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TX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1837944"/>
            <a:ext cx="220370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5B8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controlled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83464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4400" y="2834640"/>
            <a:ext cx="50292" cy="201168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8992" y="2953512"/>
            <a:ext cx="46725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ALLOWED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255264"/>
            <a:ext cx="467258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67E5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 frames → 17 packets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749039"/>
            <a:ext cx="467258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NEM 1 has a TX opportunity in the corresponding TDMA slot.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834640"/>
            <a:ext cx="4983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09360" y="2834640"/>
            <a:ext cx="50292" cy="2011680"/>
          </a:xfrm>
          <a:prstGeom prst="rect">
            <a:avLst/>
          </a:prstGeom>
          <a:solidFill>
            <a:srgbClr val="A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73952" y="2953512"/>
            <a:ext cx="467258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BLOCKED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255264"/>
            <a:ext cx="467258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F4545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50 frames → 0 packets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749039"/>
            <a:ext cx="467258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TX opportunity is removed in a clean run.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5257800"/>
            <a:ext cx="5303520" cy="594360"/>
          </a:xfrm>
          <a:prstGeom prst="roundRect">
            <a:avLst/>
          </a:prstGeom>
          <a:solidFill>
            <a:srgbClr val="122133"/>
          </a:solidFill>
          <a:ln>
            <a:solidFill>
              <a:srgbClr val="122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66160" y="5413248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ENFORCEMENT RESULT: PASS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AA91E75-9359-0AEA-C55D-2EDA465F3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How the solution is organized in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51460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73936"/>
            <a:ext cx="30632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End-to-end Part 1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251460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graph_builder.py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78608"/>
            <a:ext cx="30632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distance-2 conflict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92424"/>
            <a:ext cx="251460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coloring.py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383280"/>
            <a:ext cx="30632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Graph-coloring strategies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251460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187952"/>
            <a:ext cx="30632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Slot numbering and local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01768"/>
            <a:ext cx="251460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verifier.py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992624"/>
            <a:ext cx="30632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Conflict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23444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EMANE /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783080"/>
            <a:ext cx="251460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generate_emane_schedule.py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1773936"/>
            <a:ext cx="30632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Node-to-Slot → EMANE XML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87752"/>
            <a:ext cx="251460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send_tdma_test.py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578608"/>
            <a:ext cx="30632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Raw Ethernet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92424"/>
            <a:ext cx="251460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validate_emane.py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383280"/>
            <a:ext cx="30632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Generated XML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197096"/>
            <a:ext cx="251460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Part2_Enforcement_Evidence.txt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87952"/>
            <a:ext cx="306324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Allowed / blocked evidence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AAB96A6-879C-AFF1-FF95-F7AED4B69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Technical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515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project story in four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20624"/>
            <a:ext cx="1554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TDMA Schedule Planner and EMANE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25786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50292" cy="1417320"/>
          </a:xfrm>
          <a:prstGeom prst="rect">
            <a:avLst/>
          </a:prstGeom>
          <a:solidFill>
            <a:srgbClr val="2C5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226771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92224"/>
            <a:ext cx="2267712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2C5B8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nodes → 9 slots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371600"/>
            <a:ext cx="25786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47288" y="1371600"/>
            <a:ext cx="50292" cy="141732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1490472"/>
            <a:ext cx="226771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792224"/>
            <a:ext cx="226771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267E5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verification →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371600"/>
            <a:ext cx="25786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0216" y="1371600"/>
            <a:ext cx="50292" cy="1417320"/>
          </a:xfrm>
          <a:prstGeom prst="rect">
            <a:avLst/>
          </a:prstGeom>
          <a:solidFill>
            <a:srgbClr val="24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64808" y="1490472"/>
            <a:ext cx="226771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1792224"/>
            <a:ext cx="2267712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247E8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mapping → EMANE TDMA schedule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371600"/>
            <a:ext cx="257860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53144" y="1371600"/>
            <a:ext cx="50292" cy="1417320"/>
          </a:xfrm>
          <a:prstGeom prst="rect">
            <a:avLst/>
          </a:prstGeom>
          <a:solidFill>
            <a:srgbClr val="26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17736" y="1490472"/>
            <a:ext cx="226771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05C6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1792224"/>
            <a:ext cx="226771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267E5B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17 allowed → 0 blocked-case packets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37560"/>
            <a:ext cx="4846320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5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I should be able to 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30752"/>
            <a:ext cx="4800600" cy="124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8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Why graph coloring is used for TDMA slot assignment</a:t>
            </a:r>
          </a:p>
          <a:p>
            <a:pPr>
              <a:spcAft>
                <a:spcPts val="800"/>
              </a:spcAft>
              <a:defRPr sz="138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Why distance-2 conflicts are modeled</a:t>
            </a:r>
          </a:p>
          <a:p>
            <a:pPr>
              <a:spcAft>
                <a:spcPts val="800"/>
              </a:spcAft>
              <a:defRPr sz="138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Why the reused-slot nodes do not conflict</a:t>
            </a:r>
          </a:p>
          <a:p>
            <a:pPr>
              <a:spcAft>
                <a:spcPts val="800"/>
              </a:spcAft>
              <a:defRPr sz="138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Why 9 slots is a heuristic result, not a proven minimum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337560"/>
            <a:ext cx="4846320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50" b="1">
                <a:solidFill>
                  <a:srgbClr val="12213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What the evidence shows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30752"/>
            <a:ext cx="4754880" cy="124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8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The final schedule is verified</a:t>
            </a:r>
          </a:p>
          <a:p>
            <a:pPr>
              <a:spcAft>
                <a:spcPts val="800"/>
              </a:spcAft>
              <a:defRPr sz="138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The regenerated schedule was accepted by 16 NEMs</a:t>
            </a:r>
          </a:p>
          <a:p>
            <a:pPr>
              <a:spcAft>
                <a:spcPts val="800"/>
              </a:spcAft>
              <a:defRPr sz="138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Tested rejection counters remained zero</a:t>
            </a:r>
          </a:p>
          <a:p>
            <a:pPr>
              <a:spcAft>
                <a:spcPts val="800"/>
              </a:spcAft>
              <a:defRPr sz="1380">
                <a:solidFill>
                  <a:srgbClr val="23292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The controlled allowed / blocked test changed packet behavior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59D37FE-EB47-91F2-F8B4-F560DF055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27272"/>
            <a:ext cx="3055722" cy="833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 build="allAtOnce"/>
      <p:bldP spid="11" grpId="0" build="allAtOnce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29CA56-098D-7B7D-9ED7-978D77795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39" y="1902563"/>
            <a:ext cx="3055722" cy="8333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DEFB7E-E319-D19D-96C0-E9144231701F}"/>
              </a:ext>
            </a:extLst>
          </p:cNvPr>
          <p:cNvSpPr txBox="1"/>
          <p:nvPr/>
        </p:nvSpPr>
        <p:spPr>
          <a:xfrm>
            <a:off x="4231506" y="2735942"/>
            <a:ext cx="4256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44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1243</Words>
  <Application>Microsoft Office PowerPoint</Application>
  <PresentationFormat>Widescreen</PresentationFormat>
  <Paragraphs>269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Thamarai kannan</dc:creator>
  <cp:keywords/>
  <dc:description>generated using python-pptx</dc:description>
  <cp:lastModifiedBy>Thamarai kannan</cp:lastModifiedBy>
  <cp:revision>3</cp:revision>
  <dcterms:created xsi:type="dcterms:W3CDTF">2013-01-27T09:14:16Z</dcterms:created>
  <dcterms:modified xsi:type="dcterms:W3CDTF">2026-09-26T05:09:14Z</dcterms:modified>
  <cp:category/>
</cp:coreProperties>
</file>